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6119813" cy="57594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C54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165" autoAdjust="0"/>
  </p:normalViewPr>
  <p:slideViewPr>
    <p:cSldViewPr snapToGrid="0">
      <p:cViewPr>
        <p:scale>
          <a:sx n="100" d="100"/>
          <a:sy n="100" d="100"/>
        </p:scale>
        <p:origin x="1930" y="-1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8986" y="942577"/>
            <a:ext cx="5201841" cy="2005142"/>
          </a:xfrm>
        </p:spPr>
        <p:txBody>
          <a:bodyPr anchor="b"/>
          <a:lstStyle>
            <a:lvl1pPr algn="ctr">
              <a:defRPr sz="4016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4977" y="3025045"/>
            <a:ext cx="4589860" cy="1390533"/>
          </a:xfrm>
        </p:spPr>
        <p:txBody>
          <a:bodyPr/>
          <a:lstStyle>
            <a:lvl1pPr marL="0" indent="0" algn="ctr">
              <a:buNone/>
              <a:defRPr sz="1606"/>
            </a:lvl1pPr>
            <a:lvl2pPr marL="306004" indent="0" algn="ctr">
              <a:buNone/>
              <a:defRPr sz="1339"/>
            </a:lvl2pPr>
            <a:lvl3pPr marL="612008" indent="0" algn="ctr">
              <a:buNone/>
              <a:defRPr sz="1205"/>
            </a:lvl3pPr>
            <a:lvl4pPr marL="918012" indent="0" algn="ctr">
              <a:buNone/>
              <a:defRPr sz="1071"/>
            </a:lvl4pPr>
            <a:lvl5pPr marL="1224016" indent="0" algn="ctr">
              <a:buNone/>
              <a:defRPr sz="1071"/>
            </a:lvl5pPr>
            <a:lvl6pPr marL="1530020" indent="0" algn="ctr">
              <a:buNone/>
              <a:defRPr sz="1071"/>
            </a:lvl6pPr>
            <a:lvl7pPr marL="1836024" indent="0" algn="ctr">
              <a:buNone/>
              <a:defRPr sz="1071"/>
            </a:lvl7pPr>
            <a:lvl8pPr marL="2142028" indent="0" algn="ctr">
              <a:buNone/>
              <a:defRPr sz="1071"/>
            </a:lvl8pPr>
            <a:lvl9pPr marL="2448032" indent="0" algn="ctr">
              <a:buNone/>
              <a:defRPr sz="1071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F7697-E85C-4428-8277-1AF37029BB72}" type="datetimeFigureOut">
              <a:rPr lang="ru-RU" smtClean="0"/>
              <a:t>16.09.2025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45E4E-DC8A-42EA-B12D-B720C32AEB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717220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F7697-E85C-4428-8277-1AF37029BB72}" type="datetimeFigureOut">
              <a:rPr lang="ru-RU" smtClean="0"/>
              <a:t>16.09.2025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45E4E-DC8A-42EA-B12D-B720C32AEB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248636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7550" y="1435864"/>
            <a:ext cx="5278339" cy="2395771"/>
          </a:xfrm>
        </p:spPr>
        <p:txBody>
          <a:bodyPr anchor="b"/>
          <a:lstStyle>
            <a:lvl1pPr>
              <a:defRPr sz="4016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7550" y="3854300"/>
            <a:ext cx="5278339" cy="1259879"/>
          </a:xfrm>
        </p:spPr>
        <p:txBody>
          <a:bodyPr/>
          <a:lstStyle>
            <a:lvl1pPr marL="0" indent="0">
              <a:buNone/>
              <a:defRPr sz="1606">
                <a:solidFill>
                  <a:schemeClr val="tx1"/>
                </a:solidFill>
              </a:defRPr>
            </a:lvl1pPr>
            <a:lvl2pPr marL="306004" indent="0">
              <a:buNone/>
              <a:defRPr sz="1339">
                <a:solidFill>
                  <a:schemeClr val="tx1">
                    <a:tint val="75000"/>
                  </a:schemeClr>
                </a:solidFill>
              </a:defRPr>
            </a:lvl2pPr>
            <a:lvl3pPr marL="612008" indent="0">
              <a:buNone/>
              <a:defRPr sz="1205">
                <a:solidFill>
                  <a:schemeClr val="tx1">
                    <a:tint val="75000"/>
                  </a:schemeClr>
                </a:solidFill>
              </a:defRPr>
            </a:lvl3pPr>
            <a:lvl4pPr marL="918012" indent="0">
              <a:buNone/>
              <a:defRPr sz="1071">
                <a:solidFill>
                  <a:schemeClr val="tx1">
                    <a:tint val="75000"/>
                  </a:schemeClr>
                </a:solidFill>
              </a:defRPr>
            </a:lvl4pPr>
            <a:lvl5pPr marL="1224016" indent="0">
              <a:buNone/>
              <a:defRPr sz="1071">
                <a:solidFill>
                  <a:schemeClr val="tx1">
                    <a:tint val="75000"/>
                  </a:schemeClr>
                </a:solidFill>
              </a:defRPr>
            </a:lvl5pPr>
            <a:lvl6pPr marL="1530020" indent="0">
              <a:buNone/>
              <a:defRPr sz="1071">
                <a:solidFill>
                  <a:schemeClr val="tx1">
                    <a:tint val="75000"/>
                  </a:schemeClr>
                </a:solidFill>
              </a:defRPr>
            </a:lvl6pPr>
            <a:lvl7pPr marL="1836024" indent="0">
              <a:buNone/>
              <a:defRPr sz="1071">
                <a:solidFill>
                  <a:schemeClr val="tx1">
                    <a:tint val="75000"/>
                  </a:schemeClr>
                </a:solidFill>
              </a:defRPr>
            </a:lvl7pPr>
            <a:lvl8pPr marL="2142028" indent="0">
              <a:buNone/>
              <a:defRPr sz="1071">
                <a:solidFill>
                  <a:schemeClr val="tx1">
                    <a:tint val="75000"/>
                  </a:schemeClr>
                </a:solidFill>
              </a:defRPr>
            </a:lvl8pPr>
            <a:lvl9pPr marL="2448032" indent="0">
              <a:buNone/>
              <a:defRPr sz="107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F7697-E85C-4428-8277-1AF37029BB72}" type="datetimeFigureOut">
              <a:rPr lang="ru-RU" smtClean="0"/>
              <a:t>16.09.2025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45E4E-DC8A-42EA-B12D-B720C32AEB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257178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20737" y="1533187"/>
            <a:ext cx="2600921" cy="365431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98155" y="1533187"/>
            <a:ext cx="2600921" cy="365431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F7697-E85C-4428-8277-1AF37029BB72}" type="datetimeFigureOut">
              <a:rPr lang="ru-RU" smtClean="0"/>
              <a:t>16.09.2025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45E4E-DC8A-42EA-B12D-B720C32AEB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913250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1534" y="306639"/>
            <a:ext cx="5278339" cy="111322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1535" y="1411865"/>
            <a:ext cx="2588967" cy="691934"/>
          </a:xfrm>
        </p:spPr>
        <p:txBody>
          <a:bodyPr anchor="b"/>
          <a:lstStyle>
            <a:lvl1pPr marL="0" indent="0">
              <a:buNone/>
              <a:defRPr sz="1606" b="1"/>
            </a:lvl1pPr>
            <a:lvl2pPr marL="306004" indent="0">
              <a:buNone/>
              <a:defRPr sz="1339" b="1"/>
            </a:lvl2pPr>
            <a:lvl3pPr marL="612008" indent="0">
              <a:buNone/>
              <a:defRPr sz="1205" b="1"/>
            </a:lvl3pPr>
            <a:lvl4pPr marL="918012" indent="0">
              <a:buNone/>
              <a:defRPr sz="1071" b="1"/>
            </a:lvl4pPr>
            <a:lvl5pPr marL="1224016" indent="0">
              <a:buNone/>
              <a:defRPr sz="1071" b="1"/>
            </a:lvl5pPr>
            <a:lvl6pPr marL="1530020" indent="0">
              <a:buNone/>
              <a:defRPr sz="1071" b="1"/>
            </a:lvl6pPr>
            <a:lvl7pPr marL="1836024" indent="0">
              <a:buNone/>
              <a:defRPr sz="1071" b="1"/>
            </a:lvl7pPr>
            <a:lvl8pPr marL="2142028" indent="0">
              <a:buNone/>
              <a:defRPr sz="1071" b="1"/>
            </a:lvl8pPr>
            <a:lvl9pPr marL="2448032" indent="0">
              <a:buNone/>
              <a:defRPr sz="1071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1535" y="2103799"/>
            <a:ext cx="2588967" cy="309437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98155" y="1411865"/>
            <a:ext cx="2601718" cy="691934"/>
          </a:xfrm>
        </p:spPr>
        <p:txBody>
          <a:bodyPr anchor="b"/>
          <a:lstStyle>
            <a:lvl1pPr marL="0" indent="0">
              <a:buNone/>
              <a:defRPr sz="1606" b="1"/>
            </a:lvl1pPr>
            <a:lvl2pPr marL="306004" indent="0">
              <a:buNone/>
              <a:defRPr sz="1339" b="1"/>
            </a:lvl2pPr>
            <a:lvl3pPr marL="612008" indent="0">
              <a:buNone/>
              <a:defRPr sz="1205" b="1"/>
            </a:lvl3pPr>
            <a:lvl4pPr marL="918012" indent="0">
              <a:buNone/>
              <a:defRPr sz="1071" b="1"/>
            </a:lvl4pPr>
            <a:lvl5pPr marL="1224016" indent="0">
              <a:buNone/>
              <a:defRPr sz="1071" b="1"/>
            </a:lvl5pPr>
            <a:lvl6pPr marL="1530020" indent="0">
              <a:buNone/>
              <a:defRPr sz="1071" b="1"/>
            </a:lvl6pPr>
            <a:lvl7pPr marL="1836024" indent="0">
              <a:buNone/>
              <a:defRPr sz="1071" b="1"/>
            </a:lvl7pPr>
            <a:lvl8pPr marL="2142028" indent="0">
              <a:buNone/>
              <a:defRPr sz="1071" b="1"/>
            </a:lvl8pPr>
            <a:lvl9pPr marL="2448032" indent="0">
              <a:buNone/>
              <a:defRPr sz="1071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98155" y="2103799"/>
            <a:ext cx="2601718" cy="309437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F7697-E85C-4428-8277-1AF37029BB72}" type="datetimeFigureOut">
              <a:rPr lang="ru-RU" smtClean="0"/>
              <a:t>16.09.2025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45E4E-DC8A-42EA-B12D-B720C32AEB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565095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F7697-E85C-4428-8277-1AF37029BB72}" type="datetimeFigureOut">
              <a:rPr lang="ru-RU" smtClean="0"/>
              <a:t>16.09.2025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45E4E-DC8A-42EA-B12D-B720C32AEB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104049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F7697-E85C-4428-8277-1AF37029BB72}" type="datetimeFigureOut">
              <a:rPr lang="ru-RU" smtClean="0"/>
              <a:t>16.09.2025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45E4E-DC8A-42EA-B12D-B720C32AEB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461080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1534" y="383963"/>
            <a:ext cx="1973799" cy="1343872"/>
          </a:xfrm>
        </p:spPr>
        <p:txBody>
          <a:bodyPr anchor="b"/>
          <a:lstStyle>
            <a:lvl1pPr>
              <a:defRPr sz="2142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01718" y="829256"/>
            <a:ext cx="3098155" cy="4092942"/>
          </a:xfrm>
        </p:spPr>
        <p:txBody>
          <a:bodyPr/>
          <a:lstStyle>
            <a:lvl1pPr>
              <a:defRPr sz="2142"/>
            </a:lvl1pPr>
            <a:lvl2pPr>
              <a:defRPr sz="1874"/>
            </a:lvl2pPr>
            <a:lvl3pPr>
              <a:defRPr sz="1606"/>
            </a:lvl3pPr>
            <a:lvl4pPr>
              <a:defRPr sz="1339"/>
            </a:lvl4pPr>
            <a:lvl5pPr>
              <a:defRPr sz="1339"/>
            </a:lvl5pPr>
            <a:lvl6pPr>
              <a:defRPr sz="1339"/>
            </a:lvl6pPr>
            <a:lvl7pPr>
              <a:defRPr sz="1339"/>
            </a:lvl7pPr>
            <a:lvl8pPr>
              <a:defRPr sz="1339"/>
            </a:lvl8pPr>
            <a:lvl9pPr>
              <a:defRPr sz="1339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21534" y="1727835"/>
            <a:ext cx="1973799" cy="3201028"/>
          </a:xfrm>
        </p:spPr>
        <p:txBody>
          <a:bodyPr/>
          <a:lstStyle>
            <a:lvl1pPr marL="0" indent="0">
              <a:buNone/>
              <a:defRPr sz="1071"/>
            </a:lvl1pPr>
            <a:lvl2pPr marL="306004" indent="0">
              <a:buNone/>
              <a:defRPr sz="937"/>
            </a:lvl2pPr>
            <a:lvl3pPr marL="612008" indent="0">
              <a:buNone/>
              <a:defRPr sz="803"/>
            </a:lvl3pPr>
            <a:lvl4pPr marL="918012" indent="0">
              <a:buNone/>
              <a:defRPr sz="669"/>
            </a:lvl4pPr>
            <a:lvl5pPr marL="1224016" indent="0">
              <a:buNone/>
              <a:defRPr sz="669"/>
            </a:lvl5pPr>
            <a:lvl6pPr marL="1530020" indent="0">
              <a:buNone/>
              <a:defRPr sz="669"/>
            </a:lvl6pPr>
            <a:lvl7pPr marL="1836024" indent="0">
              <a:buNone/>
              <a:defRPr sz="669"/>
            </a:lvl7pPr>
            <a:lvl8pPr marL="2142028" indent="0">
              <a:buNone/>
              <a:defRPr sz="669"/>
            </a:lvl8pPr>
            <a:lvl9pPr marL="2448032" indent="0">
              <a:buNone/>
              <a:defRPr sz="669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F7697-E85C-4428-8277-1AF37029BB72}" type="datetimeFigureOut">
              <a:rPr lang="ru-RU" smtClean="0"/>
              <a:t>16.09.2025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45E4E-DC8A-42EA-B12D-B720C32AEB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430992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1534" y="383963"/>
            <a:ext cx="1973799" cy="1343872"/>
          </a:xfrm>
        </p:spPr>
        <p:txBody>
          <a:bodyPr anchor="b"/>
          <a:lstStyle>
            <a:lvl1pPr>
              <a:defRPr sz="2142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601718" y="829256"/>
            <a:ext cx="3098155" cy="4092942"/>
          </a:xfrm>
        </p:spPr>
        <p:txBody>
          <a:bodyPr anchor="t"/>
          <a:lstStyle>
            <a:lvl1pPr marL="0" indent="0">
              <a:buNone/>
              <a:defRPr sz="2142"/>
            </a:lvl1pPr>
            <a:lvl2pPr marL="306004" indent="0">
              <a:buNone/>
              <a:defRPr sz="1874"/>
            </a:lvl2pPr>
            <a:lvl3pPr marL="612008" indent="0">
              <a:buNone/>
              <a:defRPr sz="1606"/>
            </a:lvl3pPr>
            <a:lvl4pPr marL="918012" indent="0">
              <a:buNone/>
              <a:defRPr sz="1339"/>
            </a:lvl4pPr>
            <a:lvl5pPr marL="1224016" indent="0">
              <a:buNone/>
              <a:defRPr sz="1339"/>
            </a:lvl5pPr>
            <a:lvl6pPr marL="1530020" indent="0">
              <a:buNone/>
              <a:defRPr sz="1339"/>
            </a:lvl6pPr>
            <a:lvl7pPr marL="1836024" indent="0">
              <a:buNone/>
              <a:defRPr sz="1339"/>
            </a:lvl7pPr>
            <a:lvl8pPr marL="2142028" indent="0">
              <a:buNone/>
              <a:defRPr sz="1339"/>
            </a:lvl8pPr>
            <a:lvl9pPr marL="2448032" indent="0">
              <a:buNone/>
              <a:defRPr sz="1339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21534" y="1727835"/>
            <a:ext cx="1973799" cy="3201028"/>
          </a:xfrm>
        </p:spPr>
        <p:txBody>
          <a:bodyPr/>
          <a:lstStyle>
            <a:lvl1pPr marL="0" indent="0">
              <a:buNone/>
              <a:defRPr sz="1071"/>
            </a:lvl1pPr>
            <a:lvl2pPr marL="306004" indent="0">
              <a:buNone/>
              <a:defRPr sz="937"/>
            </a:lvl2pPr>
            <a:lvl3pPr marL="612008" indent="0">
              <a:buNone/>
              <a:defRPr sz="803"/>
            </a:lvl3pPr>
            <a:lvl4pPr marL="918012" indent="0">
              <a:buNone/>
              <a:defRPr sz="669"/>
            </a:lvl4pPr>
            <a:lvl5pPr marL="1224016" indent="0">
              <a:buNone/>
              <a:defRPr sz="669"/>
            </a:lvl5pPr>
            <a:lvl6pPr marL="1530020" indent="0">
              <a:buNone/>
              <a:defRPr sz="669"/>
            </a:lvl6pPr>
            <a:lvl7pPr marL="1836024" indent="0">
              <a:buNone/>
              <a:defRPr sz="669"/>
            </a:lvl7pPr>
            <a:lvl8pPr marL="2142028" indent="0">
              <a:buNone/>
              <a:defRPr sz="669"/>
            </a:lvl8pPr>
            <a:lvl9pPr marL="2448032" indent="0">
              <a:buNone/>
              <a:defRPr sz="669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F7697-E85C-4428-8277-1AF37029BB72}" type="datetimeFigureOut">
              <a:rPr lang="ru-RU" smtClean="0"/>
              <a:t>16.09.2025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45E4E-DC8A-42EA-B12D-B720C32AEB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652987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F7697-E85C-4428-8277-1AF37029BB72}" type="datetimeFigureOut">
              <a:rPr lang="ru-RU" smtClean="0"/>
              <a:t>16.09.2025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45E4E-DC8A-42EA-B12D-B720C32AEB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66175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379491" y="306637"/>
            <a:ext cx="1319585" cy="488086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20738" y="306637"/>
            <a:ext cx="3882256" cy="488086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F7697-E85C-4428-8277-1AF37029BB72}" type="datetimeFigureOut">
              <a:rPr lang="ru-RU" smtClean="0"/>
              <a:t>16.09.2025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45E4E-DC8A-42EA-B12D-B720C32AEB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82292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20737" y="306639"/>
            <a:ext cx="5278339" cy="11132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0737" y="1533187"/>
            <a:ext cx="5278339" cy="36543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20737" y="5338158"/>
            <a:ext cx="1376958" cy="306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5F7697-E85C-4428-8277-1AF37029BB72}" type="datetimeFigureOut">
              <a:rPr lang="ru-RU" smtClean="0"/>
              <a:t>16.09.2025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27188" y="5338158"/>
            <a:ext cx="2065437" cy="306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322118" y="5338158"/>
            <a:ext cx="1376958" cy="306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745E4E-DC8A-42EA-B12D-B720C32AEB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468665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12008" rtl="0" eaLnBrk="1" latinLnBrk="0" hangingPunct="1">
        <a:lnSpc>
          <a:spcPct val="90000"/>
        </a:lnSpc>
        <a:spcBef>
          <a:spcPct val="0"/>
        </a:spcBef>
        <a:buNone/>
        <a:defRPr sz="294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3002" indent="-153002" algn="l" defTabSz="612008" rtl="0" eaLnBrk="1" latinLnBrk="0" hangingPunct="1">
        <a:lnSpc>
          <a:spcPct val="90000"/>
        </a:lnSpc>
        <a:spcBef>
          <a:spcPts val="669"/>
        </a:spcBef>
        <a:buFont typeface="Arial" panose="020B0604020202020204" pitchFamily="34" charset="0"/>
        <a:buChar char="•"/>
        <a:defRPr sz="1874" kern="1200">
          <a:solidFill>
            <a:schemeClr val="tx1"/>
          </a:solidFill>
          <a:latin typeface="+mn-lt"/>
          <a:ea typeface="+mn-ea"/>
          <a:cs typeface="+mn-cs"/>
        </a:defRPr>
      </a:lvl1pPr>
      <a:lvl2pPr marL="459006" indent="-153002" algn="l" defTabSz="612008" rtl="0" eaLnBrk="1" latinLnBrk="0" hangingPunct="1">
        <a:lnSpc>
          <a:spcPct val="90000"/>
        </a:lnSpc>
        <a:spcBef>
          <a:spcPts val="335"/>
        </a:spcBef>
        <a:buFont typeface="Arial" panose="020B0604020202020204" pitchFamily="34" charset="0"/>
        <a:buChar char="•"/>
        <a:defRPr sz="1606" kern="1200">
          <a:solidFill>
            <a:schemeClr val="tx1"/>
          </a:solidFill>
          <a:latin typeface="+mn-lt"/>
          <a:ea typeface="+mn-ea"/>
          <a:cs typeface="+mn-cs"/>
        </a:defRPr>
      </a:lvl2pPr>
      <a:lvl3pPr marL="765010" indent="-153002" algn="l" defTabSz="612008" rtl="0" eaLnBrk="1" latinLnBrk="0" hangingPunct="1">
        <a:lnSpc>
          <a:spcPct val="90000"/>
        </a:lnSpc>
        <a:spcBef>
          <a:spcPts val="335"/>
        </a:spcBef>
        <a:buFont typeface="Arial" panose="020B0604020202020204" pitchFamily="34" charset="0"/>
        <a:buChar char="•"/>
        <a:defRPr sz="1339" kern="1200">
          <a:solidFill>
            <a:schemeClr val="tx1"/>
          </a:solidFill>
          <a:latin typeface="+mn-lt"/>
          <a:ea typeface="+mn-ea"/>
          <a:cs typeface="+mn-cs"/>
        </a:defRPr>
      </a:lvl3pPr>
      <a:lvl4pPr marL="1071014" indent="-153002" algn="l" defTabSz="612008" rtl="0" eaLnBrk="1" latinLnBrk="0" hangingPunct="1">
        <a:lnSpc>
          <a:spcPct val="90000"/>
        </a:lnSpc>
        <a:spcBef>
          <a:spcPts val="335"/>
        </a:spcBef>
        <a:buFont typeface="Arial" panose="020B0604020202020204" pitchFamily="34" charset="0"/>
        <a:buChar char="•"/>
        <a:defRPr sz="1205" kern="1200">
          <a:solidFill>
            <a:schemeClr val="tx1"/>
          </a:solidFill>
          <a:latin typeface="+mn-lt"/>
          <a:ea typeface="+mn-ea"/>
          <a:cs typeface="+mn-cs"/>
        </a:defRPr>
      </a:lvl4pPr>
      <a:lvl5pPr marL="1377018" indent="-153002" algn="l" defTabSz="612008" rtl="0" eaLnBrk="1" latinLnBrk="0" hangingPunct="1">
        <a:lnSpc>
          <a:spcPct val="90000"/>
        </a:lnSpc>
        <a:spcBef>
          <a:spcPts val="335"/>
        </a:spcBef>
        <a:buFont typeface="Arial" panose="020B0604020202020204" pitchFamily="34" charset="0"/>
        <a:buChar char="•"/>
        <a:defRPr sz="1205" kern="1200">
          <a:solidFill>
            <a:schemeClr val="tx1"/>
          </a:solidFill>
          <a:latin typeface="+mn-lt"/>
          <a:ea typeface="+mn-ea"/>
          <a:cs typeface="+mn-cs"/>
        </a:defRPr>
      </a:lvl5pPr>
      <a:lvl6pPr marL="1683022" indent="-153002" algn="l" defTabSz="612008" rtl="0" eaLnBrk="1" latinLnBrk="0" hangingPunct="1">
        <a:lnSpc>
          <a:spcPct val="90000"/>
        </a:lnSpc>
        <a:spcBef>
          <a:spcPts val="335"/>
        </a:spcBef>
        <a:buFont typeface="Arial" panose="020B0604020202020204" pitchFamily="34" charset="0"/>
        <a:buChar char="•"/>
        <a:defRPr sz="1205" kern="1200">
          <a:solidFill>
            <a:schemeClr val="tx1"/>
          </a:solidFill>
          <a:latin typeface="+mn-lt"/>
          <a:ea typeface="+mn-ea"/>
          <a:cs typeface="+mn-cs"/>
        </a:defRPr>
      </a:lvl6pPr>
      <a:lvl7pPr marL="1989026" indent="-153002" algn="l" defTabSz="612008" rtl="0" eaLnBrk="1" latinLnBrk="0" hangingPunct="1">
        <a:lnSpc>
          <a:spcPct val="90000"/>
        </a:lnSpc>
        <a:spcBef>
          <a:spcPts val="335"/>
        </a:spcBef>
        <a:buFont typeface="Arial" panose="020B0604020202020204" pitchFamily="34" charset="0"/>
        <a:buChar char="•"/>
        <a:defRPr sz="1205" kern="1200">
          <a:solidFill>
            <a:schemeClr val="tx1"/>
          </a:solidFill>
          <a:latin typeface="+mn-lt"/>
          <a:ea typeface="+mn-ea"/>
          <a:cs typeface="+mn-cs"/>
        </a:defRPr>
      </a:lvl7pPr>
      <a:lvl8pPr marL="2295030" indent="-153002" algn="l" defTabSz="612008" rtl="0" eaLnBrk="1" latinLnBrk="0" hangingPunct="1">
        <a:lnSpc>
          <a:spcPct val="90000"/>
        </a:lnSpc>
        <a:spcBef>
          <a:spcPts val="335"/>
        </a:spcBef>
        <a:buFont typeface="Arial" panose="020B0604020202020204" pitchFamily="34" charset="0"/>
        <a:buChar char="•"/>
        <a:defRPr sz="1205" kern="1200">
          <a:solidFill>
            <a:schemeClr val="tx1"/>
          </a:solidFill>
          <a:latin typeface="+mn-lt"/>
          <a:ea typeface="+mn-ea"/>
          <a:cs typeface="+mn-cs"/>
        </a:defRPr>
      </a:lvl8pPr>
      <a:lvl9pPr marL="2601034" indent="-153002" algn="l" defTabSz="612008" rtl="0" eaLnBrk="1" latinLnBrk="0" hangingPunct="1">
        <a:lnSpc>
          <a:spcPct val="90000"/>
        </a:lnSpc>
        <a:spcBef>
          <a:spcPts val="335"/>
        </a:spcBef>
        <a:buFont typeface="Arial" panose="020B0604020202020204" pitchFamily="34" charset="0"/>
        <a:buChar char="•"/>
        <a:defRPr sz="12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12008" rtl="0" eaLnBrk="1" latinLnBrk="0" hangingPunct="1">
        <a:defRPr sz="1205" kern="1200">
          <a:solidFill>
            <a:schemeClr val="tx1"/>
          </a:solidFill>
          <a:latin typeface="+mn-lt"/>
          <a:ea typeface="+mn-ea"/>
          <a:cs typeface="+mn-cs"/>
        </a:defRPr>
      </a:lvl1pPr>
      <a:lvl2pPr marL="306004" algn="l" defTabSz="612008" rtl="0" eaLnBrk="1" latinLnBrk="0" hangingPunct="1">
        <a:defRPr sz="1205" kern="1200">
          <a:solidFill>
            <a:schemeClr val="tx1"/>
          </a:solidFill>
          <a:latin typeface="+mn-lt"/>
          <a:ea typeface="+mn-ea"/>
          <a:cs typeface="+mn-cs"/>
        </a:defRPr>
      </a:lvl2pPr>
      <a:lvl3pPr marL="612008" algn="l" defTabSz="612008" rtl="0" eaLnBrk="1" latinLnBrk="0" hangingPunct="1">
        <a:defRPr sz="1205" kern="1200">
          <a:solidFill>
            <a:schemeClr val="tx1"/>
          </a:solidFill>
          <a:latin typeface="+mn-lt"/>
          <a:ea typeface="+mn-ea"/>
          <a:cs typeface="+mn-cs"/>
        </a:defRPr>
      </a:lvl3pPr>
      <a:lvl4pPr marL="918012" algn="l" defTabSz="612008" rtl="0" eaLnBrk="1" latinLnBrk="0" hangingPunct="1">
        <a:defRPr sz="1205" kern="1200">
          <a:solidFill>
            <a:schemeClr val="tx1"/>
          </a:solidFill>
          <a:latin typeface="+mn-lt"/>
          <a:ea typeface="+mn-ea"/>
          <a:cs typeface="+mn-cs"/>
        </a:defRPr>
      </a:lvl4pPr>
      <a:lvl5pPr marL="1224016" algn="l" defTabSz="612008" rtl="0" eaLnBrk="1" latinLnBrk="0" hangingPunct="1">
        <a:defRPr sz="1205" kern="1200">
          <a:solidFill>
            <a:schemeClr val="tx1"/>
          </a:solidFill>
          <a:latin typeface="+mn-lt"/>
          <a:ea typeface="+mn-ea"/>
          <a:cs typeface="+mn-cs"/>
        </a:defRPr>
      </a:lvl5pPr>
      <a:lvl6pPr marL="1530020" algn="l" defTabSz="612008" rtl="0" eaLnBrk="1" latinLnBrk="0" hangingPunct="1">
        <a:defRPr sz="1205" kern="1200">
          <a:solidFill>
            <a:schemeClr val="tx1"/>
          </a:solidFill>
          <a:latin typeface="+mn-lt"/>
          <a:ea typeface="+mn-ea"/>
          <a:cs typeface="+mn-cs"/>
        </a:defRPr>
      </a:lvl6pPr>
      <a:lvl7pPr marL="1836024" algn="l" defTabSz="612008" rtl="0" eaLnBrk="1" latinLnBrk="0" hangingPunct="1">
        <a:defRPr sz="1205" kern="1200">
          <a:solidFill>
            <a:schemeClr val="tx1"/>
          </a:solidFill>
          <a:latin typeface="+mn-lt"/>
          <a:ea typeface="+mn-ea"/>
          <a:cs typeface="+mn-cs"/>
        </a:defRPr>
      </a:lvl7pPr>
      <a:lvl8pPr marL="2142028" algn="l" defTabSz="612008" rtl="0" eaLnBrk="1" latinLnBrk="0" hangingPunct="1">
        <a:defRPr sz="1205" kern="1200">
          <a:solidFill>
            <a:schemeClr val="tx1"/>
          </a:solidFill>
          <a:latin typeface="+mn-lt"/>
          <a:ea typeface="+mn-ea"/>
          <a:cs typeface="+mn-cs"/>
        </a:defRPr>
      </a:lvl8pPr>
      <a:lvl9pPr marL="2448032" algn="l" defTabSz="612008" rtl="0" eaLnBrk="1" latinLnBrk="0" hangingPunct="1">
        <a:defRPr sz="12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jp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jp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0C87A26E-B9E6-4152-855D-FA34508D80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" y="1594"/>
            <a:ext cx="6119813" cy="5757856"/>
          </a:xfrm>
          <a:prstGeom prst="rect">
            <a:avLst/>
          </a:prstGeom>
          <a:solidFill>
            <a:srgbClr val="0C54A0"/>
          </a:solidFill>
          <a:ln>
            <a:solidFill>
              <a:srgbClr val="0C54A0"/>
            </a:solidFill>
          </a:ln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3953B9E-76C2-4E37-943C-82050D7BE5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5020" y="458861"/>
            <a:ext cx="1170436" cy="770147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FAA6D32A-7E76-4083-B1DA-713254B0379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2425" y="391379"/>
            <a:ext cx="181113" cy="208281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7103A630-5FF3-478D-AF9D-35A1A34445D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7805" y="391598"/>
            <a:ext cx="181113" cy="208281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E7C8AF6B-79AD-4736-850F-185DB03A200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614" y="3072618"/>
            <a:ext cx="1289889" cy="146111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BB60F61C-7173-4081-84FE-B1BEC8835525}"/>
              </a:ext>
            </a:extLst>
          </p:cNvPr>
          <p:cNvSpPr txBox="1"/>
          <p:nvPr/>
        </p:nvSpPr>
        <p:spPr>
          <a:xfrm>
            <a:off x="4216801" y="810329"/>
            <a:ext cx="14613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700" b="1" i="1" dirty="0">
                <a:latin typeface="+mj-lt"/>
              </a:rPr>
              <a:t>Приложение</a:t>
            </a:r>
            <a:r>
              <a:rPr lang="en-US" sz="700" b="1" i="1" dirty="0">
                <a:latin typeface="+mj-lt"/>
              </a:rPr>
              <a:t> </a:t>
            </a:r>
            <a:r>
              <a:rPr lang="ru-RU" sz="700" b="1" i="1" dirty="0">
                <a:latin typeface="+mj-lt"/>
              </a:rPr>
              <a:t>для управления роботом:</a:t>
            </a:r>
          </a:p>
        </p:txBody>
      </p:sp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74725B70-3BCE-459D-A2A4-CEC457DEC71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7941" y="1142807"/>
            <a:ext cx="1181432" cy="1145990"/>
          </a:xfrm>
          <a:prstGeom prst="rect">
            <a:avLst/>
          </a:prstGeom>
        </p:spPr>
      </p:pic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C0785C49-92D4-4DFF-AB4B-11DC5C47350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4908" y="2480865"/>
            <a:ext cx="1114465" cy="808088"/>
          </a:xfrm>
          <a:prstGeom prst="rect">
            <a:avLst/>
          </a:prstGeom>
        </p:spPr>
      </p:pic>
      <p:pic>
        <p:nvPicPr>
          <p:cNvPr id="31" name="Рисунок 30">
            <a:extLst>
              <a:ext uri="{FF2B5EF4-FFF2-40B4-BE49-F238E27FC236}">
                <a16:creationId xmlns:a16="http://schemas.microsoft.com/office/drawing/2014/main" id="{3FE02DA6-3669-4221-868A-F1EC9516859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9048" y="2484059"/>
            <a:ext cx="995426" cy="81582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DC32D72-2998-4E6B-BF5C-03B771A1341A}"/>
              </a:ext>
            </a:extLst>
          </p:cNvPr>
          <p:cNvSpPr txBox="1"/>
          <p:nvPr/>
        </p:nvSpPr>
        <p:spPr>
          <a:xfrm>
            <a:off x="1266166" y="657377"/>
            <a:ext cx="539155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600" i="1" dirty="0">
                <a:latin typeface="+mj-lt"/>
              </a:rPr>
              <a:t>    Москва</a:t>
            </a:r>
          </a:p>
          <a:p>
            <a:r>
              <a:rPr lang="ru-RU" sz="600" i="1" dirty="0">
                <a:latin typeface="+mj-lt"/>
              </a:rPr>
              <a:t>   </a:t>
            </a:r>
          </a:p>
          <a:p>
            <a:endParaRPr lang="ru-RU" sz="1400" i="1" dirty="0"/>
          </a:p>
        </p:txBody>
      </p:sp>
      <p:pic>
        <p:nvPicPr>
          <p:cNvPr id="73" name="Рисунок 72">
            <a:extLst>
              <a:ext uri="{FF2B5EF4-FFF2-40B4-BE49-F238E27FC236}">
                <a16:creationId xmlns:a16="http://schemas.microsoft.com/office/drawing/2014/main" id="{6D65A8C3-0207-4963-BD5E-B222C0741E84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b="11477"/>
          <a:stretch/>
        </p:blipFill>
        <p:spPr>
          <a:xfrm>
            <a:off x="3434778" y="3498453"/>
            <a:ext cx="1029677" cy="641244"/>
          </a:xfrm>
          <a:prstGeom prst="rect">
            <a:avLst/>
          </a:prstGeom>
        </p:spPr>
      </p:pic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05D82F60-86E5-4D98-8E44-2DAEA4230E8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614" y="1999338"/>
            <a:ext cx="919696" cy="97582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9CF91924-60A2-4638-917D-227D19C80EC2}"/>
              </a:ext>
            </a:extLst>
          </p:cNvPr>
          <p:cNvSpPr txBox="1"/>
          <p:nvPr/>
        </p:nvSpPr>
        <p:spPr>
          <a:xfrm>
            <a:off x="1126963" y="776966"/>
            <a:ext cx="848104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600" i="1" dirty="0">
                <a:latin typeface="+mj-lt"/>
              </a:rPr>
              <a:t>ГБОУ Школа 1329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CEF8934-9B83-4D66-B67B-5DB5006FAF7A}"/>
              </a:ext>
            </a:extLst>
          </p:cNvPr>
          <p:cNvSpPr txBox="1"/>
          <p:nvPr/>
        </p:nvSpPr>
        <p:spPr>
          <a:xfrm>
            <a:off x="954495" y="897052"/>
            <a:ext cx="987179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600" i="1" dirty="0">
                <a:latin typeface="+mj-lt"/>
              </a:rPr>
              <a:t>Котов Иван Андреевич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8431A7F-F0B8-46D6-8D15-522FDB4D7E9A}"/>
              </a:ext>
            </a:extLst>
          </p:cNvPr>
          <p:cNvSpPr txBox="1"/>
          <p:nvPr/>
        </p:nvSpPr>
        <p:spPr>
          <a:xfrm>
            <a:off x="818142" y="1010291"/>
            <a:ext cx="987179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600" i="1" dirty="0">
                <a:latin typeface="+mj-lt"/>
              </a:rPr>
              <a:t>10 класс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53F1C43-A1D3-449B-AF4D-D8CFD4A87853}"/>
              </a:ext>
            </a:extLst>
          </p:cNvPr>
          <p:cNvSpPr txBox="1"/>
          <p:nvPr/>
        </p:nvSpPr>
        <p:spPr>
          <a:xfrm>
            <a:off x="73988" y="1164984"/>
            <a:ext cx="148830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600" b="1" i="1" dirty="0">
                <a:latin typeface="+mj-lt"/>
              </a:rPr>
              <a:t>Спидкубинг</a:t>
            </a:r>
            <a:r>
              <a:rPr lang="ru-RU" sz="600" dirty="0">
                <a:latin typeface="+mj-lt"/>
              </a:rPr>
              <a:t> - </a:t>
            </a:r>
            <a:r>
              <a:rPr lang="ru-RU" sz="600" dirty="0">
                <a:solidFill>
                  <a:srgbClr val="333333"/>
                </a:solidFill>
                <a:effectLst/>
                <a:latin typeface="+mj-lt"/>
              </a:rPr>
              <a:t>вид спорта по скоростной сборке кубика Рубика.</a:t>
            </a:r>
          </a:p>
          <a:p>
            <a:r>
              <a:rPr lang="ru-RU" sz="600" dirty="0">
                <a:solidFill>
                  <a:srgbClr val="333333"/>
                </a:solidFill>
                <a:latin typeface="+mj-lt"/>
              </a:rPr>
              <a:t>Первый чемпионат мира по спидкубингу прошёл в 1982 году в Будапеште, участвовало 19 человек.</a:t>
            </a:r>
          </a:p>
          <a:p>
            <a:r>
              <a:rPr lang="ru-RU" sz="600" dirty="0">
                <a:solidFill>
                  <a:srgbClr val="333333"/>
                </a:solidFill>
                <a:effectLst/>
                <a:latin typeface="+mj-lt"/>
              </a:rPr>
              <a:t>На последнем чемпионате мира 2025 года участвовали </a:t>
            </a:r>
            <a:r>
              <a:rPr lang="ru-RU" sz="600" b="1" dirty="0">
                <a:solidFill>
                  <a:srgbClr val="333333"/>
                </a:solidFill>
                <a:effectLst/>
                <a:latin typeface="+mj-lt"/>
              </a:rPr>
              <a:t>2000 человек из 74 стран мира</a:t>
            </a:r>
            <a:r>
              <a:rPr lang="ru-RU" sz="600" dirty="0">
                <a:solidFill>
                  <a:srgbClr val="333333"/>
                </a:solidFill>
                <a:effectLst/>
                <a:latin typeface="+mj-lt"/>
              </a:rPr>
              <a:t>.</a:t>
            </a:r>
            <a:endParaRPr lang="ru-RU" sz="400" dirty="0">
              <a:latin typeface="+mj-lt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C18C0C1-65D0-45E9-BCDD-74621920CAFD}"/>
              </a:ext>
            </a:extLst>
          </p:cNvPr>
          <p:cNvSpPr txBox="1"/>
          <p:nvPr/>
        </p:nvSpPr>
        <p:spPr>
          <a:xfrm>
            <a:off x="1031324" y="2099246"/>
            <a:ext cx="974849" cy="7925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650" dirty="0">
                <a:latin typeface="+mj-lt"/>
              </a:rPr>
              <a:t>По правилам соревнований кубики всех участников к моменту сборки должны быть разобраны одинаковым образом.</a:t>
            </a:r>
            <a:endParaRPr lang="ru-RU" sz="650" dirty="0"/>
          </a:p>
        </p:txBody>
      </p:sp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9659BDF2-3D9C-4197-8548-3375BCD52D33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591"/>
          <a:stretch/>
        </p:blipFill>
        <p:spPr>
          <a:xfrm>
            <a:off x="1955709" y="2038705"/>
            <a:ext cx="919697" cy="88038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0D7DED83-3D2A-4AA5-A2FB-8080F97B0564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4778" y="1139513"/>
            <a:ext cx="948418" cy="1152579"/>
          </a:xfrm>
          <a:prstGeom prst="rect">
            <a:avLst/>
          </a:prstGeom>
        </p:spPr>
      </p:pic>
      <p:pic>
        <p:nvPicPr>
          <p:cNvPr id="42" name="Рисунок 41">
            <a:extLst>
              <a:ext uri="{FF2B5EF4-FFF2-40B4-BE49-F238E27FC236}">
                <a16:creationId xmlns:a16="http://schemas.microsoft.com/office/drawing/2014/main" id="{9BF7E0F2-A5E7-4692-BC7B-D7443C837153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9432" y="1263059"/>
            <a:ext cx="736446" cy="58670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F173D92B-3F62-44DC-9DF9-9D44C8BD2BCE}"/>
              </a:ext>
            </a:extLst>
          </p:cNvPr>
          <p:cNvSpPr txBox="1"/>
          <p:nvPr/>
        </p:nvSpPr>
        <p:spPr>
          <a:xfrm>
            <a:off x="3588064" y="2259403"/>
            <a:ext cx="664175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600" dirty="0">
                <a:latin typeface="+mj-lt"/>
              </a:rPr>
              <a:t>Главное меню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61955D5-AC4E-4248-AAAB-0B431EF8D9AC}"/>
              </a:ext>
            </a:extLst>
          </p:cNvPr>
          <p:cNvSpPr txBox="1"/>
          <p:nvPr/>
        </p:nvSpPr>
        <p:spPr>
          <a:xfrm>
            <a:off x="4757774" y="2259403"/>
            <a:ext cx="104712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600" dirty="0">
                <a:latin typeface="+mj-lt"/>
              </a:rPr>
              <a:t>Сборка кубика Рубика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FA0BF36-F381-4022-87E5-FFDCED29BC2F}"/>
              </a:ext>
            </a:extLst>
          </p:cNvPr>
          <p:cNvSpPr txBox="1"/>
          <p:nvPr/>
        </p:nvSpPr>
        <p:spPr>
          <a:xfrm>
            <a:off x="3606604" y="3264386"/>
            <a:ext cx="664175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600" dirty="0">
                <a:latin typeface="+mj-lt"/>
              </a:rPr>
              <a:t>Сборка узоров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124956A-0319-4057-9864-0B0460469F8C}"/>
              </a:ext>
            </a:extLst>
          </p:cNvPr>
          <p:cNvSpPr txBox="1"/>
          <p:nvPr/>
        </p:nvSpPr>
        <p:spPr>
          <a:xfrm>
            <a:off x="4771259" y="3261562"/>
            <a:ext cx="938302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600" dirty="0">
                <a:latin typeface="+mj-lt"/>
              </a:rPr>
              <a:t>Правильный скрамбл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5DEF666-CEE3-442C-BB47-243C521952D1}"/>
              </a:ext>
            </a:extLst>
          </p:cNvPr>
          <p:cNvSpPr txBox="1"/>
          <p:nvPr/>
        </p:nvSpPr>
        <p:spPr>
          <a:xfrm>
            <a:off x="3392682" y="4100418"/>
            <a:ext cx="1187669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600" dirty="0">
                <a:latin typeface="+mj-lt"/>
              </a:rPr>
              <a:t>Непосредственное вращение 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C404BEB-31C3-4DBA-8367-F76A0E57B0BE}"/>
              </a:ext>
            </a:extLst>
          </p:cNvPr>
          <p:cNvSpPr txBox="1"/>
          <p:nvPr/>
        </p:nvSpPr>
        <p:spPr>
          <a:xfrm>
            <a:off x="3344659" y="4302955"/>
            <a:ext cx="27062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ru-RU" sz="600" dirty="0">
                <a:solidFill>
                  <a:srgbClr val="0F1115"/>
                </a:solidFill>
                <a:effectLst/>
                <a:latin typeface="+mj-lt"/>
              </a:rPr>
              <a:t>Для сборки кубика используется </a:t>
            </a:r>
            <a:r>
              <a:rPr lang="en-US" sz="600" dirty="0">
                <a:solidFill>
                  <a:srgbClr val="0F1115"/>
                </a:solidFill>
                <a:effectLst/>
                <a:latin typeface="+mj-lt"/>
              </a:rPr>
              <a:t>Python-</a:t>
            </a:r>
            <a:r>
              <a:rPr lang="ru-RU" sz="600" dirty="0">
                <a:solidFill>
                  <a:srgbClr val="0F1115"/>
                </a:solidFill>
                <a:effectLst/>
                <a:latin typeface="+mj-lt"/>
              </a:rPr>
              <a:t>библиотека </a:t>
            </a:r>
            <a:r>
              <a:rPr lang="en-US" sz="600" dirty="0">
                <a:solidFill>
                  <a:srgbClr val="0F1115"/>
                </a:solidFill>
                <a:effectLst/>
                <a:latin typeface="+mj-lt"/>
              </a:rPr>
              <a:t>rubik-solver, </a:t>
            </a:r>
            <a:r>
              <a:rPr lang="ru-RU" sz="600" dirty="0">
                <a:solidFill>
                  <a:srgbClr val="0F1115"/>
                </a:solidFill>
                <a:effectLst/>
                <a:latin typeface="+mj-lt"/>
              </a:rPr>
              <a:t>использующая алгоритм Герберта Коцембы для решения кубика.  Также, в библиотеке есть возможность собирать кубик новичковым методом и методом </a:t>
            </a:r>
            <a:r>
              <a:rPr lang="en-US" sz="600" dirty="0">
                <a:solidFill>
                  <a:srgbClr val="0F1115"/>
                </a:solidFill>
                <a:effectLst/>
                <a:latin typeface="+mj-lt"/>
              </a:rPr>
              <a:t>CFOP</a:t>
            </a:r>
            <a:r>
              <a:rPr lang="ru-RU" sz="600" dirty="0">
                <a:solidFill>
                  <a:srgbClr val="0F1115"/>
                </a:solidFill>
                <a:latin typeface="+mj-lt"/>
              </a:rPr>
              <a:t>.</a:t>
            </a:r>
            <a:endParaRPr lang="ru-RU" sz="600" dirty="0">
              <a:solidFill>
                <a:srgbClr val="0F1115"/>
              </a:solidFill>
              <a:effectLst/>
              <a:latin typeface="+mj-lt"/>
            </a:endParaRPr>
          </a:p>
        </p:txBody>
      </p:sp>
      <p:pic>
        <p:nvPicPr>
          <p:cNvPr id="56" name="Рисунок 55">
            <a:extLst>
              <a:ext uri="{FF2B5EF4-FFF2-40B4-BE49-F238E27FC236}">
                <a16:creationId xmlns:a16="http://schemas.microsoft.com/office/drawing/2014/main" id="{27AE6187-9D7D-45D6-8334-8A62621008E0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4903" y="1263059"/>
            <a:ext cx="575139" cy="58670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8" name="Рисунок 57">
            <a:extLst>
              <a:ext uri="{FF2B5EF4-FFF2-40B4-BE49-F238E27FC236}">
                <a16:creationId xmlns:a16="http://schemas.microsoft.com/office/drawing/2014/main" id="{C185D7BD-C414-491B-9418-AFEAFB59DDC5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4908" y="3465889"/>
            <a:ext cx="1114465" cy="844764"/>
          </a:xfrm>
          <a:prstGeom prst="rect">
            <a:avLst/>
          </a:prstGeom>
        </p:spPr>
      </p:pic>
      <p:sp>
        <p:nvSpPr>
          <p:cNvPr id="78" name="Прямоугольник: скругленные углы 77">
            <a:extLst>
              <a:ext uri="{FF2B5EF4-FFF2-40B4-BE49-F238E27FC236}">
                <a16:creationId xmlns:a16="http://schemas.microsoft.com/office/drawing/2014/main" id="{1CC64D8A-5947-45A9-B0B2-9299EAE79D86}"/>
              </a:ext>
            </a:extLst>
          </p:cNvPr>
          <p:cNvSpPr/>
          <p:nvPr/>
        </p:nvSpPr>
        <p:spPr>
          <a:xfrm>
            <a:off x="1437562" y="3237220"/>
            <a:ext cx="1586276" cy="1163709"/>
          </a:xfrm>
          <a:prstGeom prst="roundRect">
            <a:avLst>
              <a:gd name="adj" fmla="val 13750"/>
            </a:avLst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ru-RU" sz="700" b="1" i="1" dirty="0">
                <a:latin typeface="+mj-lt"/>
              </a:rPr>
              <a:t>Функционал робота</a:t>
            </a:r>
            <a:r>
              <a:rPr lang="ru-RU" sz="700" i="1" dirty="0">
                <a:latin typeface="+mj-lt"/>
              </a:rPr>
              <a:t>:</a:t>
            </a:r>
          </a:p>
          <a:p>
            <a:endParaRPr lang="ru-RU" sz="600" dirty="0">
              <a:solidFill>
                <a:schemeClr val="tx1"/>
              </a:solidFill>
              <a:latin typeface="+mj-lt"/>
            </a:endParaRPr>
          </a:p>
          <a:p>
            <a:r>
              <a:rPr lang="ru-RU" sz="600" i="1" dirty="0">
                <a:solidFill>
                  <a:schemeClr val="tx1"/>
                </a:solidFill>
                <a:latin typeface="+mj-lt"/>
              </a:rPr>
              <a:t> </a:t>
            </a:r>
            <a:r>
              <a:rPr lang="ru-RU" sz="600" i="0" dirty="0">
                <a:solidFill>
                  <a:schemeClr val="tx1"/>
                </a:solidFill>
                <a:effectLst/>
                <a:latin typeface="+mj-lt"/>
              </a:rPr>
              <a:t>• Правильный и быстрый скрамбл (размешивание) кубика</a:t>
            </a:r>
          </a:p>
          <a:p>
            <a:r>
              <a:rPr lang="ru-RU" sz="600" dirty="0">
                <a:solidFill>
                  <a:schemeClr val="tx1"/>
                </a:solidFill>
                <a:latin typeface="+mj-lt"/>
              </a:rPr>
              <a:t> </a:t>
            </a:r>
            <a:r>
              <a:rPr lang="ru-RU" sz="600" i="0" dirty="0">
                <a:solidFill>
                  <a:schemeClr val="tx1"/>
                </a:solidFill>
                <a:effectLst/>
                <a:latin typeface="+mj-lt"/>
              </a:rPr>
              <a:t>• Сборка кубика Рубика из любого положения</a:t>
            </a:r>
          </a:p>
          <a:p>
            <a:r>
              <a:rPr lang="ru-RU" sz="600" dirty="0">
                <a:solidFill>
                  <a:schemeClr val="tx1"/>
                </a:solidFill>
                <a:latin typeface="+mj-lt"/>
              </a:rPr>
              <a:t> </a:t>
            </a:r>
            <a:r>
              <a:rPr lang="ru-RU" sz="600" i="0" dirty="0">
                <a:solidFill>
                  <a:schemeClr val="tx1"/>
                </a:solidFill>
                <a:effectLst/>
                <a:latin typeface="+mj-lt"/>
              </a:rPr>
              <a:t>•</a:t>
            </a:r>
            <a:r>
              <a:rPr lang="ru-RU" sz="600" dirty="0">
                <a:solidFill>
                  <a:schemeClr val="tx1"/>
                </a:solidFill>
                <a:latin typeface="+mj-lt"/>
              </a:rPr>
              <a:t> Демонстрация различных алгоритмов для помощи новичкам в изучении методов сборки</a:t>
            </a:r>
          </a:p>
          <a:p>
            <a:r>
              <a:rPr lang="ru-RU" sz="600" i="0" dirty="0">
                <a:solidFill>
                  <a:schemeClr val="tx1"/>
                </a:solidFill>
                <a:effectLst/>
                <a:latin typeface="+mj-lt"/>
              </a:rPr>
              <a:t> • Составление различных узоров на кубике</a:t>
            </a:r>
            <a:r>
              <a:rPr lang="ru-RU" sz="700" i="0" dirty="0">
                <a:solidFill>
                  <a:schemeClr val="tx1"/>
                </a:solidFill>
                <a:effectLst/>
                <a:latin typeface="+mj-lt"/>
              </a:rPr>
              <a:t> </a:t>
            </a:r>
            <a:endParaRPr lang="ru-RU" sz="800" i="0" dirty="0">
              <a:solidFill>
                <a:schemeClr val="tx1"/>
              </a:solidFill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52067814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1032</TotalTime>
  <Words>152</Words>
  <Application>Microsoft Office PowerPoint</Application>
  <PresentationFormat>Произвольный</PresentationFormat>
  <Paragraphs>22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Тема Office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Мария Бурнаева</dc:creator>
  <cp:lastModifiedBy>VK7</cp:lastModifiedBy>
  <cp:revision>44</cp:revision>
  <dcterms:created xsi:type="dcterms:W3CDTF">2025-09-10T05:01:15Z</dcterms:created>
  <dcterms:modified xsi:type="dcterms:W3CDTF">2025-09-16T18:01:15Z</dcterms:modified>
</cp:coreProperties>
</file>